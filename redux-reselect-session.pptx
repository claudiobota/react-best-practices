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822960"/>
            <a:ext cx="8961120" cy="0"/>
          </a:xfrm>
          <a:prstGeom prst="line">
            <a:avLst/>
          </a:prstGeom>
          <a:noFill/>
          <a:ln w="6350">
            <a:solidFill>
              <a:srgbClr val="2433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645920"/>
            <a:ext cx="8961120" cy="0"/>
          </a:xfrm>
          <a:prstGeom prst="line">
            <a:avLst/>
          </a:prstGeom>
          <a:noFill/>
          <a:ln w="6350">
            <a:solidFill>
              <a:srgbClr val="2433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2468880"/>
            <a:ext cx="8961120" cy="0"/>
          </a:xfrm>
          <a:prstGeom prst="line">
            <a:avLst/>
          </a:prstGeom>
          <a:noFill/>
          <a:ln w="6350">
            <a:solidFill>
              <a:srgbClr val="2433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3291840"/>
            <a:ext cx="8961120" cy="0"/>
          </a:xfrm>
          <a:prstGeom prst="line">
            <a:avLst/>
          </a:prstGeom>
          <a:noFill/>
          <a:ln w="6350">
            <a:solidFill>
              <a:srgbClr val="2433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4114800"/>
            <a:ext cx="8961120" cy="0"/>
          </a:xfrm>
          <a:prstGeom prst="line">
            <a:avLst/>
          </a:prstGeom>
          <a:noFill/>
          <a:ln w="6350">
            <a:solidFill>
              <a:srgbClr val="2433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Redux Toolkit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D8E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Reselect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createSelector — why it matters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243354"/>
          </a:solidFill>
          <a:ln w="12700">
            <a:solidFill>
              <a:srgbClr val="3D8EF0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401568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41248" y="336499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minutes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377440" y="3337560"/>
            <a:ext cx="2926080" cy="384048"/>
          </a:xfrm>
          <a:prstGeom prst="roundRect">
            <a:avLst>
              <a:gd name="adj" fmla="val 23810"/>
            </a:avLst>
          </a:prstGeom>
          <a:solidFill>
            <a:srgbClr val="243354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68880" y="33649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Prerequisites: createSlice, useSelector basics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7498080" y="73152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15214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042416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naive selectors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80960" y="1042416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" y="1773936"/>
            <a:ext cx="83210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81965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19202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1810512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createSelector does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680960" y="1810512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11480" y="2542032"/>
            <a:ext cx="83210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258775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688336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578608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render demo — with &amp; without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680960" y="2578608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11480" y="3310128"/>
            <a:ext cx="83210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02920" y="335584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345643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3346704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 patterns &amp; pitfalls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680960" y="3346704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11480" y="4078224"/>
            <a:ext cx="832104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02920" y="412394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5F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4224528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4114800"/>
            <a:ext cx="5943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Q&amp;A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7680960" y="4114800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188720" cy="292608"/>
          </a:xfrm>
          <a:prstGeom prst="rect">
            <a:avLst/>
          </a:prstGeom>
          <a:solidFill>
            <a:srgbClr val="FDEAEA"/>
          </a:solidFill>
          <a:ln w="12700">
            <a:solidFill>
              <a:srgbClr val="FDEA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1887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8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Naive Selectors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useSelector runs, React re-renders the component if the selector returns a new reference — even if the data is logically identical.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3840480" cy="749808"/>
          </a:xfrm>
          <a:prstGeom prst="rect">
            <a:avLst/>
          </a:prstGeom>
          <a:solidFill>
            <a:srgbClr val="FFF4E0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48840"/>
            <a:ext cx="54864" cy="749808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16712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.filter(), .map(), {} and [] always create a new reference. useSelector uses === — so every Redux action causes a re-render.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502920"/>
            <a:ext cx="4297680" cy="3154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200" y="3017520"/>
            <a:ext cx="3840480" cy="822960"/>
          </a:xfrm>
          <a:prstGeom prst="rect">
            <a:avLst/>
          </a:prstGeom>
          <a:solidFill>
            <a:srgbClr val="FDEAEA"/>
          </a:solidFill>
          <a:ln w="12700">
            <a:solidFill>
              <a:srgbClr val="FF5C5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12724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035808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500-user list re-rendering on every badge counter tick = wasted work on every unrelated action.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8046720" y="4800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3:00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1417320" cy="274320"/>
          </a:xfrm>
          <a:prstGeom prst="rect">
            <a:avLst/>
          </a:prstGeom>
          <a:solidFill>
            <a:srgbClr val="243354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59436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createSelector Does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0"/>
            <a:ext cx="4937760" cy="352044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71600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33872" y="12801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selectors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833872" y="159105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fns that return slices of state. No derivation, no computation.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833872" y="2103120"/>
            <a:ext cx="2926080" cy="0"/>
          </a:xfrm>
          <a:prstGeom prst="line">
            <a:avLst/>
          </a:prstGeom>
          <a:noFill/>
          <a:ln w="6350">
            <a:solidFill>
              <a:srgbClr val="243354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249424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833872" y="215798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check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833872" y="24688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Reselect compares inputs with === to the last call.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833872" y="2980944"/>
            <a:ext cx="2926080" cy="0"/>
          </a:xfrm>
          <a:prstGeom prst="line">
            <a:avLst/>
          </a:prstGeom>
          <a:noFill/>
          <a:ln w="6350">
            <a:solidFill>
              <a:srgbClr val="243354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127248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833872" y="30358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5833872" y="3346704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inputs → return previous result reference. Zero re-render.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833872" y="3858768"/>
            <a:ext cx="2926080" cy="0"/>
          </a:xfrm>
          <a:prstGeom prst="line">
            <a:avLst/>
          </a:prstGeom>
          <a:noFill/>
          <a:ln w="6350">
            <a:solidFill>
              <a:srgbClr val="243354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4005072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833872" y="39136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5833872" y="422452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changed → run result function → cache new result.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8046720" y="48646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– 6:00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Naive vs. Memoized — Decision Flow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804672"/>
            <a:ext cx="86868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46720" y="48646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– 6:00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01168"/>
            <a:ext cx="1371600" cy="274320"/>
          </a:xfrm>
          <a:prstGeom prst="rect">
            <a:avLst/>
          </a:prstGeom>
          <a:solidFill>
            <a:srgbClr val="2A1A0A"/>
          </a:solidFill>
          <a:ln w="12700">
            <a:solidFill>
              <a:srgbClr val="2A1A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194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Render Demo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56032" y="120700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10 unrelated dispatches (theme toggle, badge increment):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931920" cy="2377440"/>
          </a:xfrm>
          <a:prstGeom prst="rect">
            <a:avLst/>
          </a:prstGeom>
          <a:solidFill>
            <a:srgbClr val="2A0A0A"/>
          </a:solidFill>
          <a:ln w="12700">
            <a:solidFill>
              <a:srgbClr val="FF5C5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8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783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selector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re-renders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3317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5C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24×</a:t>
            </a:r>
            <a:endParaRPr lang="en-US" sz="6800" dirty="0"/>
          </a:p>
        </p:txBody>
      </p:sp>
      <p:sp>
        <p:nvSpPr>
          <p:cNvPr id="11" name="Shape 8"/>
          <p:cNvSpPr/>
          <p:nvPr/>
        </p:nvSpPr>
        <p:spPr>
          <a:xfrm>
            <a:off x="4754880" y="1691640"/>
            <a:ext cx="3931920" cy="2377440"/>
          </a:xfrm>
          <a:prstGeom prst="rect">
            <a:avLst/>
          </a:prstGeom>
          <a:solidFill>
            <a:srgbClr val="061E14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8288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783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createSelector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re-renders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754880" y="23317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2×</a:t>
            </a:r>
            <a:endParaRPr lang="en-US" sz="6800" dirty="0"/>
          </a:p>
        </p:txBody>
      </p:sp>
      <p:sp>
        <p:nvSpPr>
          <p:cNvPr id="15" name="Shape 11"/>
          <p:cNvSpPr/>
          <p:nvPr/>
        </p:nvSpPr>
        <p:spPr>
          <a:xfrm>
            <a:off x="256032" y="4206240"/>
            <a:ext cx="8595360" cy="658368"/>
          </a:xfrm>
          <a:prstGeom prst="rect">
            <a:avLst/>
          </a:prstGeom>
          <a:solidFill>
            <a:srgbClr val="0A1E3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56032" y="4206240"/>
            <a:ext cx="54864" cy="658368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11480" y="4233672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Dispatching unrelated actions (theme, badges) doesn't change state.users → memoized selector returns same reference → useSelector bails out → zero re-render.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955280" y="4864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 – 10:00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numbers speak for themselves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14400"/>
            <a:ext cx="795528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dispatched: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3749040"/>
            <a:ext cx="8229600" cy="329184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37673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unread (×5)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474720" y="37673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Naive: re-renders each time  |  Memo: 0 re-renders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4133088"/>
            <a:ext cx="8229600" cy="329184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1513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theme (×3)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474720" y="41513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Naive: re-renders each time  |  Memo: 0 re-renders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517136"/>
            <a:ext cx="8229600" cy="329184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45354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active user (×2)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74720" y="45354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Naive: re-renders  |  Memo: re-renders ✓ (correct)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88720" cy="274320"/>
          </a:xfrm>
          <a:prstGeom prst="rect">
            <a:avLst/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1887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8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RTK Patterns &amp; Pitfalls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1 — Co-locate with slices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72768"/>
            <a:ext cx="420624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46320" y="1188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2 — Factory for parameterized selectors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572768"/>
            <a:ext cx="3931920" cy="3291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63840" y="48646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 – 13:00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8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Pitfall &amp; Pattern 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321040" cy="960120"/>
          </a:xfrm>
          <a:prstGeom prst="rect">
            <a:avLst/>
          </a:prstGeom>
          <a:solidFill>
            <a:srgbClr val="FFF4E0"/>
          </a:solidFill>
          <a:ln w="12700">
            <a:solidFill>
              <a:srgbClr val="F582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64008" cy="960120"/>
          </a:xfrm>
          <a:prstGeom prst="rect">
            <a:avLst/>
          </a:prstGeom>
          <a:solidFill>
            <a:srgbClr val="F5820A"/>
          </a:solidFill>
          <a:ln w="12700">
            <a:solidFill>
              <a:srgbClr val="F5820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98755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88696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Pitfall: Inline object in useSelector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" y="126187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useSelector(s =&gt; ({ a: s.x, b: s.y })) — even with createSelector outside, building an inline object in useSelector without memoization is still a new reference every time. Always derive objects in the result function.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3 — createEntityAdapter (already memoized)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95728"/>
            <a:ext cx="8229600" cy="2606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63840" y="48646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 – 13:00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Debugging &amp; DevTools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868680"/>
            <a:ext cx="4937760" cy="2377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94960" y="804672"/>
            <a:ext cx="3383280" cy="74980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4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886968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43600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Profiler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43600" y="111556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interactions. Orange/red = re-rendering. A memoized selector should turn data-heavy lists gray.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394960" y="1673352"/>
            <a:ext cx="3383280" cy="74980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4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755648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4360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DevTools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943600" y="198424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Diff view. If the diff doesn't touch your slice, a memoized selector suppresses the re-render.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5394960" y="2542032"/>
            <a:ext cx="3383280" cy="74980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4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262432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94360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.recomputations()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943600" y="28529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than expected? Your input selectors may be returning new references on unrelated dispatches.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256032" y="3401568"/>
            <a:ext cx="8595360" cy="1005840"/>
          </a:xfrm>
          <a:prstGeom prst="rect">
            <a:avLst/>
          </a:prstGeom>
          <a:solidFill>
            <a:srgbClr val="061A3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256032" y="3401568"/>
            <a:ext cx="64008" cy="100584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529584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14400" y="343814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914400" y="377647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useSelector returning a derived value (array, object, computed number) → createSelector.  Direct primitive reads (state.theme, state.users.length) are safe inline — primitives compare by value.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7863840" y="48646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 – 14:00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8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182880"/>
            <a:ext cx="1371600" cy="274320"/>
          </a:xfrm>
          <a:prstGeom prst="rect">
            <a:avLst/>
          </a:prstGeom>
          <a:solidFill>
            <a:srgbClr val="061E14"/>
          </a:solidFill>
          <a:ln w="12700">
            <a:solidFill>
              <a:srgbClr val="061E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</a:t>
            </a:r>
            <a:endParaRPr lang="en-US" sz="3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35331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29844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.filter(), .map(), {} and [] always produce new references → unnecessary re-renders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" y="1847088"/>
            <a:ext cx="8046720" cy="0"/>
          </a:xfrm>
          <a:prstGeom prst="line">
            <a:avLst/>
          </a:prstGeom>
          <a:noFill/>
          <a:ln w="6350">
            <a:solidFill>
              <a:srgbClr val="24335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956816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1901952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createSelector memoizes by input reference equality — result fn runs only when inputs change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77240" y="2450592"/>
            <a:ext cx="8046720" cy="0"/>
          </a:xfrm>
          <a:prstGeom prst="line">
            <a:avLst/>
          </a:prstGeom>
          <a:noFill/>
          <a:ln w="6350">
            <a:solidFill>
              <a:srgbClr val="243354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5603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7240" y="2505456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selectors: simple, no derivation. All logic goes in the result function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777240" y="3054096"/>
            <a:ext cx="8046720" cy="0"/>
          </a:xfrm>
          <a:prstGeom prst="line">
            <a:avLst/>
          </a:prstGeom>
          <a:noFill/>
          <a:ln w="6350">
            <a:solidFill>
              <a:srgbClr val="243354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3163824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77240" y="310896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selectors: use the factory pattern (useMemo + makeSelect…)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777240" y="3657600"/>
            <a:ext cx="8046720" cy="0"/>
          </a:xfrm>
          <a:prstGeom prst="line">
            <a:avLst/>
          </a:prstGeom>
          <a:noFill/>
          <a:ln w="6350">
            <a:solidFill>
              <a:srgbClr val="243354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3767328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77240" y="371246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createEntityAdapter selectors are already memoized — compose them freely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777240" y="4261104"/>
            <a:ext cx="8046720" cy="0"/>
          </a:xfrm>
          <a:prstGeom prst="line">
            <a:avLst/>
          </a:prstGeom>
          <a:noFill/>
          <a:ln w="6350">
            <a:solidFill>
              <a:srgbClr val="243354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4370832"/>
            <a:ext cx="320040" cy="32004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77240" y="431596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.recomputations() and the React Profiler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7863840" y="48646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 – 15:00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0F1829"/>
          </a:solidFill>
          <a:ln w="12700">
            <a:solidFill>
              <a:srgbClr val="0F18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 &amp; Further Reading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8229600" cy="749808"/>
          </a:xfrm>
          <a:prstGeom prst="rect">
            <a:avLst/>
          </a:prstGeom>
          <a:solidFill>
            <a:srgbClr val="0F1829"/>
          </a:solidFill>
          <a:ln w="12700">
            <a:solidFill>
              <a:srgbClr val="24335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76479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reselect.js.org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43000" y="2121408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Reselect documentation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651760"/>
            <a:ext cx="8229600" cy="749808"/>
          </a:xfrm>
          <a:prstGeom prst="rect">
            <a:avLst/>
          </a:prstGeom>
          <a:solidFill>
            <a:srgbClr val="0F1829"/>
          </a:solidFill>
          <a:ln w="12700">
            <a:solidFill>
              <a:srgbClr val="24335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346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67919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redux-toolkit.js.org/api/createSelector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143000" y="3035808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 createSelector API reference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7200" y="3566160"/>
            <a:ext cx="8229600" cy="749808"/>
          </a:xfrm>
          <a:prstGeom prst="rect">
            <a:avLst/>
          </a:prstGeom>
          <a:solidFill>
            <a:srgbClr val="0F1829"/>
          </a:solidFill>
          <a:ln w="12700">
            <a:solidFill>
              <a:srgbClr val="243354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74904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59359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redux.js.org/usage/deriving-data-selectors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143000" y="3950208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Data with Selectors (Redux guide)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8046720" y="3566160"/>
            <a:ext cx="822960" cy="8229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Thanks! Any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Redux Toolkit &amp; Reselect — Knowledge Session</dc:title>
  <dc:subject>PptxGenJS Presentation</dc:subject>
  <dc:creator>Claudio</dc:creator>
  <cp:lastModifiedBy>Claudio</cp:lastModifiedBy>
  <cp:revision>1</cp:revision>
  <dcterms:created xsi:type="dcterms:W3CDTF">2026-04-29T09:07:58Z</dcterms:created>
  <dcterms:modified xsi:type="dcterms:W3CDTF">2026-04-29T09:07:58Z</dcterms:modified>
</cp:coreProperties>
</file>