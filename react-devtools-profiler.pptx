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202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DevTools Profiler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Re-Rendering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Weekly Session — April 15, 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984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188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Re-Renders Matter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0" y="1188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299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920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Re-Renders?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58000" y="1920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6517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6148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6517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 Profiler Walkthrough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858000" y="2651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3832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9300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383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Examples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858000" y="3383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2452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4114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Takeaways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858000" y="4114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Re-Renders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16ms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Budget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60fps, each frame has ~16ms.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re-renders eat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this budget.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80160"/>
            <a:ext cx="25603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Laggy inputs, janky scrolling,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interactions — all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unnecessary renders.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80160"/>
            <a:ext cx="25603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$$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834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renders = more CPU,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battery drain, worse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low-end devices.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Triggers a Re-Render?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91440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setState or useState setter re-renders the component and all its children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91440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Change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parent re-renders, children receive new props (even if values are the same!)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26080"/>
            <a:ext cx="91440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26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Change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component consuming a Context re-renders when the provider value changes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91440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26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Re-Render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re-rendering causes ALL children to re-render by default — even with same props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DevTools Profiler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performance tool that records why and when components render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9202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96596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 browser extension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(Chrome / Firefox)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737360"/>
            <a:ext cx="19202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96596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Profiler Tab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DevTools → Profiler tab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Components tab)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737360"/>
            <a:ext cx="19202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96596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8348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record ● → interact with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→ stop recording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737360"/>
            <a:ext cx="192024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0" y="196596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Flamegraph shows render times,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chart shows the slowest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Profiler Views Explained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91440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Flamegraph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view of component tree.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gray = did not render,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yellow/orange = rendered (slower = more orange).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relative render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60320"/>
            <a:ext cx="91440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Chart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sorted by render time,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at top. Quickly find the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component in your tree.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91440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this render?"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 Profiler settings ⚙️.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 reason: state change,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change, or props change.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useful debugging info.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Unnecessary Re-Renders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097280"/>
            <a:ext cx="7589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ParentList()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 =&gt; c + 1)}&gt;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Clicked {count} times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ExpensiveChild re-renders on EVERY click! */}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&lt;ExpensiveChild items={getItems()} /&gt;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ExpensiveChild({ items })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Heavy computation on every render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sorted = items.sort((a, b) =&gt; a.name.localeCompare(b.name));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sorted.map(item =&gt; &lt;ItemCard key={item.id} item={item} /&gt;);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1005840"/>
            <a:ext cx="219456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005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Fixed: Preventing Re-Renders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097280"/>
            <a:ext cx="7589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ParentList()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items = useMemo(() =&gt; getItems(), []);  // ✅ stable ref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 =&gt; c + 1)}&gt;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Clicked {count} times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&lt;ExpensiveChild items={items} /&gt;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ExpensiveChild = React.memo(({ items }) =&gt;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Only runs when items actually change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sorted = useMemo(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=&gt; items.sort((a, b) =&gt; a.name.localeCompare(b.name)),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[items]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sorted.map(item =&gt; &lt;ItemCard key={item.id} item={item} /&gt;);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1005840"/>
            <a:ext cx="21945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005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Re-Render Patterns &amp;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objects/arrays in JSX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 or lift to module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&lt;Child style={{ color: 'red' }} /&gt;  →  const style = useMemo(…)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arrow functions as props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 to stabilize reference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onClick={() =&gt; handle(id)}  →  const handleClick = useCallback(…)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causing full tree re-render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contexts, memoize provider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 ThemeCtx from UserCtx — keep change scopes small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list re-rendering entirely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 with react-window / tanstack-virtual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only visible rows — 10k items → ~30 DOM nodes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914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914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steps during the live demo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sample app (any React app with a form + list)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385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→ Profiler → ⚙️ enable "Record why each component rendered"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414016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Record ● → type in search input → stop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962656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88950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Flamegraph: highlight components that re-rendered (colored bars)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438144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3649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Ranked view → identify slowest component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913632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13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840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component → show "Why did this render?" panel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React.memo + useMemo fix → re-profile → compare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BEFORE optimizing — don't guess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React.memo for pure presentational components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 / useCallback for expensive computations &amp; callbacks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033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Contexts into smaller, focused ones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1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78308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9496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wrap everything in React.memo blindly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42316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optimize prematurely — measure first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06324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9496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ignore the "Why did this render?" info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703320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9496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create new objects/arrays inline in JSX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early. Profile often. Ship fast.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DevTools Profiler &amp; Re-Rendering</dc:title>
  <dc:subject>PptxGenJS Presentation</dc:subject>
  <dc:creator>Claudio</dc:creator>
  <cp:lastModifiedBy>Claudio</cp:lastModifiedBy>
  <cp:revision>1</cp:revision>
  <dcterms:created xsi:type="dcterms:W3CDTF">2026-04-15T11:43:38Z</dcterms:created>
  <dcterms:modified xsi:type="dcterms:W3CDTF">2026-04-15T11:43:38Z</dcterms:modified>
</cp:coreProperties>
</file>